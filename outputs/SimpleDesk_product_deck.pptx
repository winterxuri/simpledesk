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f315c41e3a48a2" /><Relationship Type="http://schemas.openxmlformats.org/officeDocument/2006/relationships/extended-properties" Target="/docProps/app.xml" Id="Rc0e5537b11d84d04" /><Relationship Type="http://schemas.openxmlformats.org/officeDocument/2006/relationships/officeDocument" Target="/ppt/presentation.xml" Id="Re566752f50b44a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3b01f7d65b46e9"/>
  </p:sldMasterIdLst>
  <p:notesMasterIdLst>
    <p:notesMasterId xmlns:r="http://schemas.openxmlformats.org/officeDocument/2006/relationships" r:id="R85abbbfde23d4905"/>
  </p:notesMasterIdLst>
  <p:sldIdLst>
    <p:sldId xmlns:r="http://schemas.openxmlformats.org/officeDocument/2006/relationships" id="256" r:id="R84270dac111b4ea4"/>
    <p:sldId xmlns:r="http://schemas.openxmlformats.org/officeDocument/2006/relationships" id="257" r:id="R69b78f5308024e46"/>
    <p:sldId xmlns:r="http://schemas.openxmlformats.org/officeDocument/2006/relationships" id="258" r:id="Rc3920a953e6445a0"/>
    <p:sldId xmlns:r="http://schemas.openxmlformats.org/officeDocument/2006/relationships" id="259" r:id="R118bc212a20c4db3"/>
    <p:sldId xmlns:r="http://schemas.openxmlformats.org/officeDocument/2006/relationships" id="260" r:id="Rce41e6bff84f4a30"/>
    <p:sldId xmlns:r="http://schemas.openxmlformats.org/officeDocument/2006/relationships" id="261" r:id="R98475497200f49c7"/>
    <p:sldId xmlns:r="http://schemas.openxmlformats.org/officeDocument/2006/relationships" id="262" r:id="R0884d08a86f943ac"/>
    <p:sldId xmlns:r="http://schemas.openxmlformats.org/officeDocument/2006/relationships" id="263" r:id="R66ae4f14a8854ac5"/>
    <p:sldId xmlns:r="http://schemas.openxmlformats.org/officeDocument/2006/relationships" id="264" r:id="Rfc50f3cc31014351"/>
    <p:sldId xmlns:r="http://schemas.openxmlformats.org/officeDocument/2006/relationships" id="265" r:id="Rac580e33edfc461c"/>
    <p:sldId xmlns:r="http://schemas.openxmlformats.org/officeDocument/2006/relationships" id="266" r:id="R11d44ef4954648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09a2a05b1046be" /><Relationship Type="http://schemas.openxmlformats.org/officeDocument/2006/relationships/slideMaster" Target="/ppt/slideMasters/slideMaster1.xml" Id="R9e3b01f7d65b46e9" /><Relationship Type="http://schemas.openxmlformats.org/officeDocument/2006/relationships/notesMaster" Target="/ppt/notesMasters/notesMaster1.xml" Id="R85abbbfde23d4905" /><Relationship Type="http://schemas.openxmlformats.org/officeDocument/2006/relationships/presProps" Target="/ppt/presProps.xml" Id="R63e7e95f19e74cd8" /><Relationship Type="http://schemas.openxmlformats.org/officeDocument/2006/relationships/tableStyles" Target="/ppt/tableStyles.xml" Id="R20ad09a936134f9c" /><Relationship Type="http://schemas.openxmlformats.org/officeDocument/2006/relationships/slide" Target="/ppt/slides/slide1.xml" Id="R84270dac111b4ea4" /><Relationship Type="http://schemas.openxmlformats.org/officeDocument/2006/relationships/slide" Target="/ppt/slides/slide2.xml" Id="R69b78f5308024e46" /><Relationship Type="http://schemas.openxmlformats.org/officeDocument/2006/relationships/slide" Target="/ppt/slides/slide3.xml" Id="Rc3920a953e6445a0" /><Relationship Type="http://schemas.openxmlformats.org/officeDocument/2006/relationships/slide" Target="/ppt/slides/slide4.xml" Id="R118bc212a20c4db3" /><Relationship Type="http://schemas.openxmlformats.org/officeDocument/2006/relationships/slide" Target="/ppt/slides/slide5.xml" Id="Rce41e6bff84f4a30" /><Relationship Type="http://schemas.openxmlformats.org/officeDocument/2006/relationships/slide" Target="/ppt/slides/slide6.xml" Id="R98475497200f49c7" /><Relationship Type="http://schemas.openxmlformats.org/officeDocument/2006/relationships/slide" Target="/ppt/slides/slide7.xml" Id="R0884d08a86f943ac" /><Relationship Type="http://schemas.openxmlformats.org/officeDocument/2006/relationships/slide" Target="/ppt/slides/slide8.xml" Id="R66ae4f14a8854ac5" /><Relationship Type="http://schemas.openxmlformats.org/officeDocument/2006/relationships/slide" Target="/ppt/slides/slide9.xml" Id="Rfc50f3cc31014351" /><Relationship Type="http://schemas.openxmlformats.org/officeDocument/2006/relationships/slide" Target="/ppt/slides/slide10.xml" Id="Rac580e33edfc461c" /><Relationship Type="http://schemas.openxmlformats.org/officeDocument/2006/relationships/slide" Target="/ppt/slides/slide11.xml" Id="R11d44ef4954648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f71f0303cd48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8f8c22dc194daf" /><Relationship Type="http://schemas.openxmlformats.org/officeDocument/2006/relationships/notesMaster" Target="/ppt/notesMasters/notesMaster1.xml" Id="Rfd0e46c9025440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7ad536b68d42a5" /><Relationship Type="http://schemas.openxmlformats.org/officeDocument/2006/relationships/notesMaster" Target="/ppt/notesMasters/notesMaster1.xml" Id="Rf495fde409334b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38785482b040dc" /><Relationship Type="http://schemas.openxmlformats.org/officeDocument/2006/relationships/notesMaster" Target="/ppt/notesMasters/notesMaster1.xml" Id="Rd2b3c494513040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be4644c3404b82" /><Relationship Type="http://schemas.openxmlformats.org/officeDocument/2006/relationships/notesMaster" Target="/ppt/notesMasters/notesMaster1.xml" Id="R75036baa01b4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717c748ba451d" /><Relationship Type="http://schemas.openxmlformats.org/officeDocument/2006/relationships/notesMaster" Target="/ppt/notesMasters/notesMaster1.xml" Id="R6f41667d6f0348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1af5e9021f44ab" /><Relationship Type="http://schemas.openxmlformats.org/officeDocument/2006/relationships/notesMaster" Target="/ppt/notesMasters/notesMaster1.xml" Id="R785743910c404a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dce4952be7425f" /><Relationship Type="http://schemas.openxmlformats.org/officeDocument/2006/relationships/notesMaster" Target="/ppt/notesMasters/notesMaster1.xml" Id="Rc0c6a54accc440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0bbc2b71f44a8c" /><Relationship Type="http://schemas.openxmlformats.org/officeDocument/2006/relationships/notesMaster" Target="/ppt/notesMasters/notesMaster1.xml" Id="R1ad0fceac5fe41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c15d4b360a485b" /><Relationship Type="http://schemas.openxmlformats.org/officeDocument/2006/relationships/notesMaster" Target="/ppt/notesMasters/notesMaster1.xml" Id="R93fb6eb222ec48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3bb18d87754f18" /><Relationship Type="http://schemas.openxmlformats.org/officeDocument/2006/relationships/notesMaster" Target="/ppt/notesMasters/notesMaster1.xml" Id="R3cc3c3a0766d47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d486c170f44b3c" /><Relationship Type="http://schemas.openxmlformats.org/officeDocument/2006/relationships/notesMaster" Target="/ppt/notesMasters/notesMaster1.xml" Id="R7b3d41dfd83a4c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e771a0c1544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32da6ad1c345a9" /><Relationship Type="http://schemas.openxmlformats.org/officeDocument/2006/relationships/slideLayout" Target="/ppt/slideLayouts/slideLayout1.xml" Id="R0c2c580bac084f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c580bac084f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7f7b4f3794452" /><Relationship Type="http://schemas.openxmlformats.org/officeDocument/2006/relationships/image" Target="/ppt/media/image.png" Id="Rde0720dd14654201" /><Relationship Type="http://schemas.openxmlformats.org/officeDocument/2006/relationships/notesSlide" Target="/ppt/notesSlides/notesSlide1.xml" Id="Rd6c2d46e3c4243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9ae406e5a47cb" /><Relationship Type="http://schemas.openxmlformats.org/officeDocument/2006/relationships/notesSlide" Target="/ppt/notesSlides/notesSlide2.xml" Id="Rc5464e4822fa4e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186d68de54d23" /><Relationship Type="http://schemas.openxmlformats.org/officeDocument/2006/relationships/notesSlide" Target="/ppt/notesSlides/notesSlide3.xml" Id="R00cad9ac6a1f4a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0aed0706948a9" /><Relationship Type="http://schemas.openxmlformats.org/officeDocument/2006/relationships/notesSlide" Target="/ppt/notesSlides/notesSlide4.xml" Id="R48d60588e417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b55f409624fbe" /><Relationship Type="http://schemas.openxmlformats.org/officeDocument/2006/relationships/notesSlide" Target="/ppt/notesSlides/notesSlide5.xml" Id="Rcb8e1d064dd942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a1cbbe2f419f" /><Relationship Type="http://schemas.openxmlformats.org/officeDocument/2006/relationships/notesSlide" Target="/ppt/notesSlides/notesSlide6.xml" Id="R9ba75a6c786748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972c63ead4c50" /><Relationship Type="http://schemas.openxmlformats.org/officeDocument/2006/relationships/notesSlide" Target="/ppt/notesSlides/notesSlide7.xml" Id="Ra9e1f8abb11745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23978b0e74f04" /><Relationship Type="http://schemas.openxmlformats.org/officeDocument/2006/relationships/notesSlide" Target="/ppt/notesSlides/notesSlide8.xml" Id="R812adb706ee441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c1dc8a559441c" /><Relationship Type="http://schemas.openxmlformats.org/officeDocument/2006/relationships/notesSlide" Target="/ppt/notesSlides/notesSlide9.xml" Id="R07733ca05dff47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c1a491fec4526" /><Relationship Type="http://schemas.openxmlformats.org/officeDocument/2006/relationships/notesSlide" Target="/ppt/notesSlides/notesSlide10.xml" Id="R7ee519a122874d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4839c45cc4664" /><Relationship Type="http://schemas.openxmlformats.org/officeDocument/2006/relationships/image" Target="/ppt/media/image2.png" Id="Rbc76944c746b490f" /><Relationship Type="http://schemas.openxmlformats.org/officeDocument/2006/relationships/notesSlide" Target="/ppt/notesSlides/notesSlide11.xml" Id="R3bed52047e954b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06971B-9430-4443-B6D3-78FB429F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4D01F-D8A3-4572-A8B7-8097FF6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29"/>
          </a:solidFill>
          <a:ln xmlns:a="http://schemas.openxmlformats.org/drawingml/2006/main" w="0">
            <a:solidFill>
              <a:srgbClr val="163729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720dd14654201"/>
          <a:stretch xmlns:a="http://schemas.openxmlformats.org/drawingml/2006/main"/>
        </p:blipFill>
        <p:spPr>
          <a:xfrm xmlns:a="http://schemas.openxmlformats.org/drawingml/2006/main">
            <a:off x="833870" y="533400"/>
            <a:ext cx="1932709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84168-2633-4EB8-8D06-0EBAB3D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Рабочая платформа</a:t>
            </a:r>
          </a:p>
          <a:p xmlns:a="http://schemas.openxmlformats.org/drawingml/2006/main">
            <a:pPr algn="l">
              <a:defRPr sz="40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для малого бизнеса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179B3-6842-49D9-BD3D-E15DC517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Клиенты, записи, команда, продажи и отчёты —</a:t>
            </a:r>
          </a:p>
          <a:p xmlns:a="http://schemas.openxmlformats.org/drawingml/2006/main">
            <a:pPr algn="l">
              <a:defRPr sz="1650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в одном понятном рабочем пространстве.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283E4-73F5-4FBC-B8BA-DE4AF0AA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2714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DEB7B"/>
          </a:solidFill>
          <a:ln xmlns:a="http://schemas.openxmlformats.org/drawingml/2006/main" w="0">
            <a:solidFill>
              <a:srgbClr val="CDEB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53F70-17BB-4558-BACB-05AC4528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447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rPr>
              <a:t>ПРОДУКТОВАЯ ПРЕЗЕНТАЦИЯ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A2AE1-53E4-4294-B47C-1BE268E5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От ежедневной операции — к управляемому бизнесу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DB43F-8FCD-4E72-9650-923B15B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33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CDEB7B"/>
          </a:solidFill>
          <a:ln xmlns:a="http://schemas.openxmlformats.org/drawingml/2006/main" w="0">
            <a:solidFill>
              <a:srgbClr val="CDE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0CBBF-60D9-4A76-856C-D1984BE6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rPr>
              <a:t>Клиенты и записи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47D48-760F-4132-A95E-61B5DA3E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333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42ACD-22A6-4C8C-ADA4-468C234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Команда и ресурсы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A1BBB-793C-4820-AC50-C4C52E30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333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BDA31-1F7E-4053-A361-A313F79C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Продажи и финансы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7005B-0FAE-41D0-B382-631B88C9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3336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4789F-3D1C-4C3C-83A7-B6D87A9A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910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Аналитика и отчёты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DB5AD-F558-4E2F-8F92-DE17D0A3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A8EEE-A278-430A-A8BB-2D4D991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6320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404D7E-2507-4F76-9458-B5025F93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КОНТЕКСТ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A9D58-BF4E-472F-9312-D37382A2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Малый бизнес часто управляется между таблицами, чатами и памятью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5C988-996E-4587-B237-0C99053A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96A63-DBBB-4ED0-8240-2C6E088E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95EAA-D7C8-4BB8-91BF-DD038E00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669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Клиентская история теряется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8A179-E8C8-4064-BCF0-F1DB53C6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Нет единой картины визитов, продаж и следующего контакта.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7320-04C0-4145-BCF5-01331828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703A0-F119-4285-80AA-72D6A543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7A8"/>
          </a:solidFill>
          <a:ln xmlns:a="http://schemas.openxmlformats.org/drawingml/2006/main" w="0">
            <a:solidFill>
              <a:srgbClr val="E9C7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05E14-8AB0-4308-BFD8-A660DC84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099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День требует ручного контроля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2EFB3-B3A7-43EC-A6AE-089A7349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Записи, задачи, смены и ресурсы живут в разных местах.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F3967-F910-49F6-A38B-195AFE4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C5623-424B-462F-B236-C7D3E0AE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0A2AB-2484-4633-8273-AB6C76D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Данные приходят слишком поздно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12A89-5913-4635-89D6-8CDCBFDB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Владелец узнаёт о кассе, остатках и проблемах постфактум.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1DD3B-A2F8-49F9-93DD-5BFBBB3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rPr>
              <a:t>SimpleDesk собирает эти процессы в один ежедневный ритм.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F29ED-50CC-4EC4-B522-711E733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C732F-494F-4E7D-86C1-4D647130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3926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3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5A712-A8C2-4B50-B1EC-BE110DE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AB51B-1A4F-42B7-B5E0-1300442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Один контур: от первого обращения до управленческого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4E02E-A42B-48EB-9DD4-8102E9D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0A2B3-D6B1-4B4A-916D-922743DA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90D95-AD28-49BA-949C-D1F1C00D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F5F93-D2EB-4794-B78F-D908A393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контакт, история, сегмент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EAE28-3314-43A0-B458-929B66FF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2E188-BFBA-4B4C-8CD2-5A383E57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75C10-E69A-4560-830D-5A7795D7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6BAC1-329A-4538-954C-339D3D96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ЗАПИСЬ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0582B-1F8E-46D5-98CC-331DC7E2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время, сотрудник, ресурс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2D49B-A357-4D2A-8B85-FAF1C189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DAC52-A3F4-4601-A7A5-0FE5E65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2A55E-83CE-4745-AD61-C19DAFB8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E0874-6320-466B-B30A-D2FE7EE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04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ОПЕРАЦИЯ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09AB5-5B9A-4606-AC58-85A7621C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услуга, товар, задача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E7180-4C54-423C-82DA-31ABAB16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E52C8-9C51-4308-A969-E07E47D6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146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D08C6-3EF9-436F-94CF-F51A1B3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0241B-508A-4DDE-AFD9-4369E3A6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04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ДЕНЬГИ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3C6FE-DE86-440C-BEAC-B8CF342E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оплата, расход, возврат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709E1-BA5B-4F6D-9905-EDBF3C63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D4E1E-F1F3-4F4A-A6A8-741AA1DA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CDEB7B"/>
          </a:solidFill>
          <a:ln xmlns:a="http://schemas.openxmlformats.org/drawingml/2006/main" w="0">
            <a:solidFill>
              <a:srgbClr val="CDEB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8B70C-42C5-40BD-8438-104277BA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C7D91-4FAD-43D7-9EF6-063D9C65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04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rPr>
              <a:t>РЕШЕНИЕ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3E3A4-50B9-4B09-B1E5-804FC0C2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72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3729"/>
                </a:solidFill>
                <a:latin typeface="Aptos"/>
                <a:ea typeface="Aptos"/>
                <a:cs typeface="Aptos"/>
              </a:rPr>
              <a:t>аналитика, отчёт, действие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0D0E6-A05A-4073-827D-EEC5E858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Каждое действие обновляет общую картину — без повторного ввода и ручной сверки.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78AEA-D640-4EF4-9FE0-630247E5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E7954-96AE-4911-A3D9-DC04472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3491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25484-59B8-4310-B019-BAC84180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ВОЗМОЖНОСТИ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BC7A6-BB4E-4954-BE14-4015D1F5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Модули собраны вокруг реального рабочего дня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77B5A-4A05-48A5-B5B8-FA85348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Компания включает только нужные разделы и настраивает порядок навигации.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DE55C-39F8-41B2-A40A-C5E8519B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2485-CB21-4C6D-848B-97DA13A5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2CCF7-4A62-462D-88FA-271FE14F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ПРОДАЖИ И КЛИЕНТЫ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90EB2-7B61-4FF4-8F10-B771945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Клиенты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Календарь и записи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Продажи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Акции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D47F7-2E37-43AA-B9C5-F24E009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33337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A0810-77E4-446C-84FF-67D4D7E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3333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729"/>
          </a:solidFill>
          <a:ln xmlns:a="http://schemas.openxmlformats.org/drawingml/2006/main" w="0">
            <a:solidFill>
              <a:srgbClr val="1637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EF510-88AA-474E-9FCD-9AEE5BA2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rPr>
              <a:t>ЛЮДИ И ОПЕРАЦИИ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5DFFA-436B-49F9-B2EE-4EF5616C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Сотрудники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Графики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Задачи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Ресурсы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65245-9599-4ABE-A20A-2DCC1C9C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3337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23BAC-112A-4EB5-99C0-D677E737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333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5E3C"/>
          </a:solidFill>
          <a:ln xmlns:a="http://schemas.openxmlformats.org/drawingml/2006/main" w="0">
            <a:solidFill>
              <a:srgbClr val="8C5E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DF22E-6F62-4034-B778-92EE7C9F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5E3C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8C5E3C"/>
                </a:solidFill>
                <a:latin typeface="Aptos Display"/>
                <a:ea typeface="Aptos Display"/>
                <a:cs typeface="Aptos Display"/>
              </a:rPr>
              <a:t>КОНТРОЛЬ БИЗНЕСА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5B4D6-B9AB-420A-96A7-D3FFE821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Товары и расходники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Финансы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Аналитика</a:t>
            </a:r>
          </a:p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Отчёты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784E4-5B65-46DA-8FA1-B113875E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886A3-7641-4150-9F9D-329EFE3F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801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8B6AC-F570-4554-A711-4DFB6407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РАБОЧИЙ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C19E8-6698-4E04-84AF-8DD57657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SimpleDesk помогает команде вести день, а не обслуживать систему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C7983-0CBE-42BB-A0D7-69A34B0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7CDC4-2D9E-429E-9E0A-561EFDD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D2BC1-13E8-4C1D-A16E-4E54D3B0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Утро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0DFBA-B6B2-4738-8DE9-0BA0CAD0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Открыть панель «Сегодня»</a:t>
            </a:r>
          </a:p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Проверить записи и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E7D1F-E4B7-45ED-837F-359F965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9555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85090-7019-4642-9ACC-8F958F6E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4701C-0202-4F93-9A30-6C3DD476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87123-D0E0-413D-B755-833885B3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В течение дня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3361E-8369-4892-A531-9A9C229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2900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Принять клиента</a:t>
            </a:r>
          </a:p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Провести продажу</a:t>
            </a:r>
          </a:p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Списать расходники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B0B87-BA37-4893-89F2-21175548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7AFF4-3757-4503-856B-1287F825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82F63-2A83-44FF-9109-26D761B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39363-470A-4FD3-83FB-EE441F9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По ситуации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F685D-553D-449F-A6B3-88B6235A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Перенести запись</a:t>
            </a:r>
          </a:p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Назначить ответственного</a:t>
            </a:r>
          </a:p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Увидеть дефицит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15D2D-4F06-431D-8AA6-8D75AD90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9555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1E3B9-1911-4D47-8BB9-3E272E93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9B395-399D-4913-A2E3-7039BA15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18CBE-C0DF-4984-9EE5-FE5B5FA4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Вечером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7631E-F19B-43BE-BCFB-7C518E6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Сверить кассу</a:t>
            </a:r>
          </a:p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Сохранить отчёт</a:t>
            </a:r>
          </a:p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Определить действия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7E249-6791-486A-855B-A26C5A0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572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DEB7B"/>
          </a:solidFill>
          <a:ln xmlns:a="http://schemas.openxmlformats.org/drawingml/2006/main" w="0">
            <a:solidFill>
              <a:srgbClr val="CDEB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14E91-1B53-4E20-8238-015E397E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3729"/>
                </a:solidFill>
                <a:latin typeface="Aptos Display"/>
                <a:ea typeface="Aptos Display"/>
                <a:cs typeface="Aptos Display"/>
              </a:rPr>
              <a:t>Результат: у каждого есть следующий шаг, у владельца — актуальная картина дня.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4B11F-0EB3-4875-80D7-3ED22BF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E8FBF-A474-4BB6-8DD7-DCE53EE3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4788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1A4E7-7DDF-4CD9-B3D2-865F6920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ЦЕННОСТЬ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931CF-9CC0-495F-A07E-8760301F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Что бизнес получает на практике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A363B-0456-4FBC-9969-FB041EB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2EBBF-398D-4826-B051-F6FD0B5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4790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Меньше потерь контекста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F71F2-0352-4D8A-B906-4B66DF45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Карточка клиента связывает историю, визиты, продажи и задачи.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D82E2-E9D8-4FE8-AABE-E1D3D65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A7093-8DBF-4B49-9389-D383F9D5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Быстрее ежедневные 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C2E92-F283-4EC6-858A-8A6222AB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Записи, загрузка, остатки и деньги видны в одном месте.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374DE-7D62-49A5-A3C0-D8C5C12F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ED5F9-85E8-4699-B1FF-8B474A4B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Понятнее ответственность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ACC9E-D05C-461C-B4CE-93003477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Роли, права, графики и ответственные закреплены в системе.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32A9F-E6F5-463D-96B2-57FC88EA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624CB-004D-4FAF-AD89-C9A1A889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Управление по фактам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11036-C117-41F5-81C3-BCBE58E3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815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Отчёты показывают, что произошло и где требуется действие.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C0A6F-A2D7-4F0A-B050-66D8FA9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FDF29-6CC2-4538-A1F1-05290CF5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0916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3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A6964-8C74-42FE-877C-7665D240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ПРЕИМУЩЕСТВА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9FAA0-CE3B-4FF0-A410-C32F993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Продукт адаптируется под бизнес — не наоборот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8FAFD-239F-410F-8F27-9AC4F204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01EA1-E9D7-4F3B-BC34-2183845A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905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Модульность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1F149-6530-4E80-BDE3-98F0CEDD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905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Можно отключить лишние разделы и сохранить простой интерфейс.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1E9E3-CF06-4895-B5C2-6935D11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C1B87-E99E-4D09-8628-037B7840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2905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Шаблоны ниш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385DF-5F76-4D7E-9D44-A3AB84A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2905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Салон, автосервис, кофейня, магазин или универсальный сценарий.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62412-2460-4342-9E1E-3879B10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B27CF-8D2B-42BF-AADF-2A1E68EF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2905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Ролевой доступ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1A9B5-CF2F-45B9-84F7-395EE24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905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Владелец, администратор и сотрудник видят свою рабочую зону.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88530-6CDE-4969-A689-69EF6F5F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3F6D1-7EAD-4D43-954C-77844EA8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2905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Единая база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02F57-809E-4A53-BF55-F20341A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905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Данные компании разделены и защищены на уровне company_id и RLS.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D8BCF-75C7-4EE1-8E93-D17A7F62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469CC-8C33-473A-836B-F885B40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2905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Светлая и тёмная темы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0C48D-BA5F-4701-97C0-BCCDFA79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905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Комфортная работа в разных условиях и на разных ролях.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565E4-726F-4732-B13D-53F019E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34B3A"/>
          </a:solidFill>
          <a:ln xmlns:a="http://schemas.openxmlformats.org/drawingml/2006/main" w="0">
            <a:solidFill>
              <a:srgbClr val="234B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14A00-6E50-41D8-A7A7-7BE6A68C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2905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Быстрый старт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3FEC7-F028-45D2-80FF-EA5A431C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2905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Демо-режим и мастер настройки помогают увидеть ценность сразу.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3466F-9D49-4539-ADFD-BA4E8136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A1CC2-99E6-4C76-8CD1-E5925E8C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1060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259678-ABBF-4A40-B967-7A6652E5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ПОЗИЦИОНИРОВАНИЕ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6C9DF-463D-4FAB-AB56-D15073B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Кому SimpleDesk особенно полезен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E36C-915F-44C2-8A59-EE254861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Командам, где есть клиенты, повторяющиеся операции и необходимость видеть день целиком.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81DA5-9024-4897-B3CD-89BAEFF5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Сервисные компании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9D24A-C462-4F1B-B636-41D0BDB7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салоны, студии, автосервисы, ремонт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8C37F-47BE-4EBF-A0FE-F9351D6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F32E7-FA33-4206-8C93-F41A5F5B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Небольшая розница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51F10-797E-47B0-A5FE-CFD5AF13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магазины, шоурумы, точки с остатками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8083B-F18A-4780-BE73-CB4F9818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AA054-EAF5-4BD4-971D-C3375AEB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Кофейни и локальные проекты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E5EBB-6286-4FCC-A98F-0E29079F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смены, закупки, задачи и кассовая дисциплина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BA93D-9E97-4E3D-8E65-B26A6941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14974-2132-4F2E-849B-B398E47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Универсальный малый бизнес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E9A35-3463-4F50-92AC-55B7F8D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команды, которым CRM недостаточно, а ERP слишком тяжела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7A829-9D72-495F-9F08-798ABFF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5"/>
          </a:solidFill>
          <a:ln xmlns:a="http://schemas.openxmlformats.org/drawingml/2006/main" w="0">
            <a:solidFill>
              <a:srgbClr val="D7D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82408-A36A-490E-8397-DD075272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9B63B-0489-4E97-818C-7C57A7D1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06443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D2D7C-DEB9-4997-A924-53A4A972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ТЕКУЩИЙ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2438D-7C3C-48AA-A5A5-EBA28F74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MVP уже закрывает базовый операционный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6C6C3-AC31-4512-9C77-579032EB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Презентация отделяет реализованное ядро от направлений, которые ещё требуют развития.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2273F-CCF3-4CE5-8855-DC0B3A97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095875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921EC-F139-4B14-B021-F75EC20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УЖЕ В ПРОДУКТЕ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81881-1072-49B6-9D48-DC6ECC53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191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клиенты, сотрудники и записи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графики, ресурсы и задачи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склад, продажи и финансы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акции, аналитика и отчёты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Supabase Auth, PostgreSQL и RLS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E93B8-F9BA-4E00-9CF9-EFB7B88F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133975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0E2D3"/>
          </a:solidFill>
          <a:ln xmlns:a="http://schemas.openxmlformats.org/drawingml/2006/main" w="0">
            <a:solidFill>
              <a:srgbClr val="F0E2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1114F-B1FC-4D9A-87ED-AD053D0C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985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5E3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8C5E3C"/>
                </a:solidFill>
                <a:latin typeface="Aptos Display"/>
                <a:ea typeface="Aptos Display"/>
                <a:cs typeface="Aptos Display"/>
              </a:rPr>
              <a:t>СЛЕДУЮЩИЙ УРОВЕНЬ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7FDE3-3A8D-4516-AE13-91A6E836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86100"/>
            <a:ext cx="4286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полноценные приглашения сотрудников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детальная матрица прав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автоматизации и напоминания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рабочие интеграции и платежи</a:t>
            </a:r>
          </a:p>
          <a:p xmlns:a="http://schemas.openxmlformats.org/drawingml/2006/main">
            <a:pPr algn="l">
              <a:def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• импорт, API и вебхуки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2C429-461D-468E-B0BF-C0DA4BC8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C0434-9F8D-4600-83CB-CE1582D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7711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3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0BC4F-DA17-422F-830E-1C7803C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ИДЕИ ДЛЯ РАЗВИТИЯ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64C5D-47EB-4D52-96D5-3692D249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Следующий рост — не больше экранов, а больше автоматических действий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9270A-3A71-4A60-A9BF-F8395A3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5FE39-C3F1-484B-A5EE-AD1B93A6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Умный рабочий день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21561-1B0A-4B52-A769-6861D7E0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Автоприоритеты: кого подтвердить, что докупить, где есть окно.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6AE4A-61FF-4930-819D-43B05F8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EA422-2D4A-46D8-B28D-712B2948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Возврат клиентов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463B8-B0C9-46AF-A27A-A421CCD3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Сегменты по давности визита и готовые сценарии повторного контакта.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88B64-ECF5-42E0-8D24-4AB00FDA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DB35E-59ED-4E5E-9D5A-FEE34292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Контроль маржинальности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86FE2-7A3C-40D4-B20F-83442BE0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Прибыль по услуге, сотруднику, акции и категории товара.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0DA29-A8A8-4C06-9350-1C00BB30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57C74-0DC3-4F95-9553-07E7367F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Telegram для команды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43FA2-4211-491D-8672-C19011E5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7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7CF"/>
                </a:solidFill>
                <a:latin typeface="Aptos"/>
                <a:ea typeface="Aptos"/>
                <a:cs typeface="Aptos"/>
              </a:rPr>
              <a:t>Задачи, напоминания и короткая сводка владельцу без входа в систему.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7EDF5-A707-456A-A521-17F19ABB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Рекомендуемый пилот: 1 ниша · 3–5 компаний · 4 недели наблюдения за рабочими сценариями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6F9E0-FCD5-44C6-9F91-AD621E2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EAE50-B958-4086-A0E2-1C3A38AD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AFC5B8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54223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6944c746b490f"/>
          <a:stretch xmlns:a="http://schemas.openxmlformats.org/drawingml/2006/main"/>
        </p:blipFill>
        <p:spPr>
          <a:xfrm xmlns:a="http://schemas.openxmlformats.org/drawingml/2006/main">
            <a:off x="609600" y="5143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856F1-DDD9-4BBF-9BE8-E2EB8BD2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43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0BED0-3B39-405A-B55A-06F3352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809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Сделать ежедневную работу</a:t>
            </a:r>
          </a:p>
          <a:p xmlns:a="http://schemas.openxmlformats.org/drawingml/2006/main">
            <a:pPr algn="l">
              <a:defRPr sz="34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понятной, связной и управляемой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6914E-E2D6-4AD6-9466-CE715B8B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Следующий шаг — показать продукт на реальном сценарии бизнеса</a:t>
            </a:r>
          </a:p>
          <a:p xmlns:a="http://schemas.openxmlformats.org/drawingml/2006/main">
            <a:pPr algn="l">
              <a:defRPr sz="1575" b="0">
                <a:solidFill>
                  <a:srgbClr val="6673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36C"/>
                </a:solidFill>
                <a:latin typeface="Aptos"/>
                <a:ea typeface="Aptos"/>
                <a:cs typeface="Aptos"/>
              </a:rPr>
              <a:t>и выбрать гипотезы для пилота.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F8152-3E40-4AA0-9747-B58E44A7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85900"/>
            <a:ext cx="2667000" cy="31432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63729"/>
          </a:solidFill>
          <a:ln xmlns:a="http://schemas.openxmlformats.org/drawingml/2006/main" w="0">
            <a:solidFill>
              <a:srgbClr val="1637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52CA8-0C8A-49F5-A5C0-D05C8FE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CDEB7B"/>
                </a:solidFill>
                <a:latin typeface="Aptos Display"/>
                <a:ea typeface="Aptos Display"/>
                <a:cs typeface="Aptos Display"/>
              </a:rPr>
              <a:t>ДЕМО-ФОКУС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FDB6E-41E0-47F1-9526-FD5AE2D9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1. Настроить компанию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2. Создать запись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3. Провести продажу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4. Посмотреть отчёт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49A82-0A37-4AD7-9B53-509D756F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SIMPLEDESK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D8A37-CB32-497D-8F98-06A97613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36C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5048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2026-07-11T00:30:53.5190000Z</dcterms:created>
  <dcterms:modified xsi:type="dcterms:W3CDTF">2026-07-11T00:30:53.5190000Z</dcterms:modified>
</coreProperties>
</file>